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6 - IVI In-Vehicle Infotainment Systems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 to Audio HAL Message Flow Simulation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 |  Software simulation with traceable Android-style logs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25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Monikankona Dutta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4325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22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4C-54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5422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IEM, New Town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message flow between Media Service and Audio HAL.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HMI actions propagate through the IVI audio stack.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 transition as a readable log and structured trace.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repeatable scenarios without Android hardware.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3816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237744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Android-style logs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trace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summary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IVI HMI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 /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32304" y="2029968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9504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+ playback 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2029968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75504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66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Service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+ routing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04304" y="2029968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61504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52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AudioFlinger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52944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+ output path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90304" y="2029968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47504" y="146304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8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38944" y="192024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write / volume / standby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61904" y="2606040"/>
            <a:ext cx="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498080" y="3108960"/>
            <a:ext cx="316382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10896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/ Amplifier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4023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hardware-facing audio processing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4572000"/>
            <a:ext cx="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43600" y="50749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0" y="5184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Speakers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532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audio output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examples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0233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-&gt; COMMAND_RECEIVED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AUDIO_FOCUS_GRANTED -&gt; START_OUTPUT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WRITE_MIXED_AUDIO -&gt; HAL_WRITE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PAUSE_OUTPUT -&gt; HAL_FLUSH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in the Simulation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PLAY, PAUSE, RESUME, NEXT, STOP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31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AUDIO_FOCUS_GRANTED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AUDIO_FOCUS_RELEASED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331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WRITE_MIXED_AUDIO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331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HAL_OPEN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HAL_WRITE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HAL_FLUSH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HAL_STANDBY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user action is intentionally traceable across multiple components. This makes the project useful for demonstration, debugging and viva discussion.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Sequence: Play -&gt; Pause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37360" y="1874520"/>
            <a:ext cx="0" cy="411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874520"/>
            <a:ext cx="0" cy="411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874520"/>
            <a:ext cx="0" cy="411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874520"/>
            <a:ext cx="0" cy="411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874520"/>
            <a:ext cx="0" cy="411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71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1371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57800" y="1371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Service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AudioFlinger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46920" y="1371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4692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737360" y="242316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586484" y="2112264"/>
            <a:ext cx="249631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[track=Highway Drive]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97180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108960" y="2660904"/>
            <a:ext cx="38404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AUDIO_FOCUS_GRANTED [owner=MediaService]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52044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83680" y="320954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406908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778240" y="375818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OPEN_OUTPUT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8321040" y="461772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362188" y="4306824"/>
            <a:ext cx="2112264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HAL_OPEN [48kHz / 2ch]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737360" y="516636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194560" y="485546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5715000"/>
            <a:ext cx="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389120" y="540410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PAUSE_OUTPUT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5715000"/>
            <a:ext cx="43891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680960" y="540410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Test Scenarios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playback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-&gt; volume -&gt; next -&gt; pause -&gt; resume -&gt; stop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ducking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560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-&gt; reduce volume -&gt; navigation prompt -&gt; restore volume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interruption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60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-&gt; focus loss -&gt; pause -&gt; call ends -&gt; resume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Android-Style 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27080" cy="39319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515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I/IVI_HMI: -&gt; MediaService | USER_INPUT | command=PLAY track=Highway Drive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I/MediaService: -&gt; MediaService | COMMAND_RECEIVED | command=PLAY track=Highway Drive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I/AudioService: -&gt; AudioFlinger | AUDIO_FOCUS_GRANTED | owner=MediaService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I/AudioService: -&gt; AudioFlinger | START_OUTPUT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I/AudioFlinger: -&gt; AudioHAL | OPEN_OUTPUT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I/AudioHAL: -&gt; DSP/Amplifier | HAL_OPEN | sample_rate=48000 channels=2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I/AudioFlinger: -&gt; AudioHAL | WRITE_MIXED_AUDIO | frames=1024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I/AudioHAL: -&gt; DSP/Amplifier | HAL_WRITE | frames=1024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I/MediaService: -&gt; IVI_HMI | STATE_UPDATE | state=PLAYING track=Highway Drive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I/IVI_HMI: -&gt; MediaService | USER_INPUT | command=VOLUME value=0.75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18:58:39.818 I/MediaService: -&gt; MediaService | COMMAND_RECEIVED | command=VOLUME value=0.75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Structure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TraceLogger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MediaService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AudioService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AudioFlinger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AudioHAL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session_logcat.txt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message_trace.csv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summary.json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scenario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scenario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interruption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dependency: Python standard library only.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events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 for HAL command generation, call interruption/resume sequencing and output-summary consistency.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fulfills the selected Module 6 message-flow objective.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remain traceable from HMI to Media Service and Audio HAL.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repeatable, testable and easy to demonstrate.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run the same sequence inside Android Automotive with real logcat capture.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6 - IVI In-Vehicle Infotainment Systems</dc:title>
  <dc:subject>PptxGenJS Presentation</dc:subject>
  <dc:creator>PptxGenJS</dc:creator>
  <cp:lastModifiedBy>PptxGenJS</cp:lastModifiedBy>
  <cp:revision>1</cp:revision>
  <dcterms:created xsi:type="dcterms:W3CDTF">2026-09-28T20:43:23Z</dcterms:created>
  <dcterms:modified xsi:type="dcterms:W3CDTF">2026-09-28T20:43:23Z</dcterms:modified>
</cp:coreProperties>
</file>